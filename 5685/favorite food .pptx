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57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5" r:id="rId16"/>
    <p:sldId id="272" r:id="rId17"/>
    <p:sldId id="273" r:id="rId18"/>
    <p:sldId id="262" r:id="rId19"/>
  </p:sldIdLst>
  <p:sldSz cx="9144000" cy="6858000" type="screen4x3"/>
  <p:notesSz cx="6858000" cy="9144000"/>
  <p:embeddedFontLst>
    <p:embeddedFont>
      <p:font typeface="Calibri" pitchFamily="34" charset="0"/>
      <p:regular r:id="rId21"/>
      <p:bold r:id="rId22"/>
      <p:italic r:id="rId23"/>
      <p:boldItalic r:id="rId24"/>
    </p:embeddedFont>
  </p:embeddedFontLst>
  <p:defaultTextStyle>
    <a:defPPr lvl="0">
      <a:defRPr lang="en-US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2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5B437F-C897-4C0D-A0BF-B2BEC2DC821B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50AA8-CE3A-400E-9943-D33FEEC96D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A450AA8-CE3A-400E-9943-D33FEEC96D6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6800" y="1676400"/>
            <a:ext cx="7772400" cy="1470025"/>
          </a:xfrm>
        </p:spPr>
        <p:txBody>
          <a:bodyPr/>
          <a:lstStyle/>
          <a:p>
            <a:r>
              <a:rPr lang="en-US" dirty="0" smtClean="0">
                <a:solidFill>
                  <a:srgbClr val="FFFF00"/>
                </a:solidFill>
              </a:rPr>
              <a:t>Favorite Foods All Over The World 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67000" y="4267200"/>
            <a:ext cx="43434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Ghazal </a:t>
            </a:r>
            <a:r>
              <a:rPr lang="en-US" dirty="0" err="1" smtClean="0">
                <a:solidFill>
                  <a:schemeClr val="bg1"/>
                </a:solidFill>
              </a:rPr>
              <a:t>saheb</a:t>
            </a:r>
            <a:r>
              <a:rPr lang="en-US" dirty="0" smtClean="0">
                <a:solidFill>
                  <a:schemeClr val="bg1"/>
                </a:solidFill>
              </a:rPr>
              <a:t> jam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Tara </a:t>
            </a:r>
            <a:r>
              <a:rPr lang="en-US" dirty="0" err="1" smtClean="0">
                <a:solidFill>
                  <a:schemeClr val="bg1"/>
                </a:solidFill>
              </a:rPr>
              <a:t>niakan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Britain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486400" cy="914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dirty="0" smtClean="0"/>
              <a:t>roast beef  138 calories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48000" b="-4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Iran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229600" cy="4525963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4000" dirty="0" smtClean="0"/>
              <a:t>Kebab 270 calories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/>
              <a:t>Spain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4525963"/>
          </a:xfrm>
        </p:spPr>
        <p:txBody>
          <a:bodyPr>
            <a:normAutofit/>
          </a:bodyPr>
          <a:lstStyle/>
          <a:p>
            <a:r>
              <a:rPr lang="en-US" sz="4000" dirty="0" smtClean="0"/>
              <a:t>Tortilla 320 calories 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6000" b="-2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9400" y="381000"/>
            <a:ext cx="3810000" cy="1143000"/>
          </a:xfrm>
        </p:spPr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United states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76400"/>
            <a:ext cx="5715000" cy="914400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 Hamburger 300 calories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>
                <a:solidFill>
                  <a:schemeClr val="bg1"/>
                </a:solidFill>
              </a:rPr>
              <a:t>France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 Steak 250 calories 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20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Sweden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 meatballs with potatoes and </a:t>
            </a:r>
            <a:r>
              <a:rPr lang="en-US" dirty="0" err="1" smtClean="0">
                <a:solidFill>
                  <a:schemeClr val="bg1"/>
                </a:solidFill>
              </a:rPr>
              <a:t>lingonberry</a:t>
            </a:r>
            <a:r>
              <a:rPr lang="en-US" dirty="0" smtClean="0">
                <a:solidFill>
                  <a:schemeClr val="bg1"/>
                </a:solidFill>
              </a:rPr>
              <a:t> sauce  284 calories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2000" b="-3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Australia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029200" cy="838200"/>
          </a:xfr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4000" dirty="0" smtClean="0"/>
              <a:t> </a:t>
            </a:r>
            <a:r>
              <a:rPr lang="en-US" sz="3600" dirty="0" smtClean="0"/>
              <a:t>meat pies 516 calories 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India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1"/>
            <a:ext cx="6172200" cy="762000"/>
          </a:xfr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US" sz="3600" dirty="0" err="1" smtClean="0">
                <a:solidFill>
                  <a:schemeClr val="tx1"/>
                </a:solidFill>
              </a:rPr>
              <a:t>Tandoori</a:t>
            </a:r>
            <a:r>
              <a:rPr lang="en-US" sz="3600" dirty="0" smtClean="0">
                <a:solidFill>
                  <a:schemeClr val="tx1"/>
                </a:solidFill>
              </a:rPr>
              <a:t> chicken  214 calories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 smtClean="0"/>
              <a:t>Canada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648200" cy="914400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4000" dirty="0" smtClean="0"/>
              <a:t>Donuts  295</a:t>
            </a:r>
            <a:r>
              <a:rPr lang="en-US" sz="3600" dirty="0" smtClean="0"/>
              <a:t> calories 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1143000"/>
          </a:xfrm>
        </p:spPr>
        <p:txBody>
          <a:bodyPr/>
          <a:lstStyle/>
          <a:p>
            <a:r>
              <a:rPr lang="en-US" sz="5400" dirty="0" smtClean="0"/>
              <a:t>Italy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8229600" cy="4525963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FF00"/>
                </a:solidFill>
              </a:rPr>
              <a:t>Pasta 300 calories</a:t>
            </a:r>
            <a:endParaRPr lang="en-US" sz="4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8000" r="-2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Turkey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Turkish kebab 712 calories  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Argentina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1"/>
            <a:ext cx="6553200" cy="838199"/>
          </a:xfr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dirty="0" err="1" smtClean="0">
                <a:solidFill>
                  <a:schemeClr val="bg1"/>
                </a:solidFill>
              </a:rPr>
              <a:t>Carbonada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Criolla</a:t>
            </a:r>
            <a:r>
              <a:rPr lang="en-US" dirty="0" smtClean="0">
                <a:solidFill>
                  <a:schemeClr val="bg1"/>
                </a:solidFill>
              </a:rPr>
              <a:t> 285 calories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UAE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019800" cy="914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err="1" smtClean="0"/>
              <a:t>Shawarma</a:t>
            </a:r>
            <a:r>
              <a:rPr lang="en-US" dirty="0" smtClean="0"/>
              <a:t> </a:t>
            </a:r>
            <a:r>
              <a:rPr lang="en-US" dirty="0" smtClean="0"/>
              <a:t>475 calories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Germany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924800" cy="8382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err="1" smtClean="0"/>
              <a:t>birnen</a:t>
            </a:r>
            <a:r>
              <a:rPr lang="en-US" dirty="0" smtClean="0"/>
              <a:t>, </a:t>
            </a:r>
            <a:r>
              <a:rPr lang="en-US" dirty="0" err="1" smtClean="0"/>
              <a:t>bohnen</a:t>
            </a:r>
            <a:r>
              <a:rPr lang="en-US" dirty="0" smtClean="0"/>
              <a:t> und </a:t>
            </a:r>
            <a:r>
              <a:rPr lang="en-US" dirty="0" smtClean="0"/>
              <a:t>speck </a:t>
            </a:r>
            <a:r>
              <a:rPr lang="en-US" dirty="0" smtClean="0"/>
              <a:t> </a:t>
            </a:r>
            <a:r>
              <a:rPr lang="en-US" dirty="0" smtClean="0"/>
              <a:t>250 calories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South Korea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267200" cy="9144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dirty="0" err="1" smtClean="0"/>
              <a:t>Kimchi</a:t>
            </a:r>
            <a:r>
              <a:rPr lang="en-US" sz="3600" dirty="0" smtClean="0"/>
              <a:t> 100 calories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7000" b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US" dirty="0" smtClean="0"/>
              <a:t>Japan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229600" cy="4525963"/>
          </a:xfrm>
        </p:spPr>
        <p:txBody>
          <a:bodyPr>
            <a:normAutofit/>
          </a:bodyPr>
          <a:lstStyle/>
          <a:p>
            <a:r>
              <a:rPr lang="en-US" sz="3600" dirty="0" smtClean="0"/>
              <a:t>Sushi 361 calories</a:t>
            </a:r>
            <a:endParaRPr 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04800" y="2209800"/>
            <a:ext cx="8305800" cy="2033587"/>
          </a:xfrm>
        </p:spPr>
        <p:txBody>
          <a:bodyPr>
            <a:noAutofit/>
          </a:bodyPr>
          <a:lstStyle/>
          <a:p>
            <a:r>
              <a:rPr lang="en-US" sz="3600" dirty="0" smtClean="0">
                <a:solidFill>
                  <a:schemeClr val="bg1"/>
                </a:solidFill>
              </a:rPr>
              <a:t>Thank you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 </a:t>
            </a:r>
            <a:r>
              <a:rPr lang="en-US" sz="3600" dirty="0" smtClean="0">
                <a:solidFill>
                  <a:schemeClr val="accent3">
                    <a:lumMod val="40000"/>
                    <a:lumOff val="60000"/>
                  </a:schemeClr>
                </a:solidFill>
              </a:rPr>
              <a:t>life- link group </a:t>
            </a:r>
            <a:r>
              <a:rPr lang="en-US" sz="3600" dirty="0" smtClean="0">
                <a:solidFill>
                  <a:schemeClr val="bg1"/>
                </a:solidFill>
              </a:rPr>
              <a:t>: Ghazal </a:t>
            </a:r>
            <a:r>
              <a:rPr lang="en-US" sz="3600" dirty="0" err="1" smtClean="0">
                <a:solidFill>
                  <a:schemeClr val="bg1"/>
                </a:solidFill>
              </a:rPr>
              <a:t>Sahebjam</a:t>
            </a:r>
            <a:r>
              <a:rPr lang="en-US" sz="3600" dirty="0" smtClean="0">
                <a:solidFill>
                  <a:schemeClr val="bg1"/>
                </a:solidFill>
              </a:rPr>
              <a:t> </a:t>
            </a:r>
          </a:p>
          <a:p>
            <a:r>
              <a:rPr lang="en-US" sz="3600" dirty="0" smtClean="0">
                <a:solidFill>
                  <a:schemeClr val="bg1"/>
                </a:solidFill>
              </a:rPr>
              <a:t>                                Tara </a:t>
            </a:r>
            <a:r>
              <a:rPr lang="en-US" sz="3600" dirty="0" err="1" smtClean="0">
                <a:solidFill>
                  <a:schemeClr val="bg1"/>
                </a:solidFill>
              </a:rPr>
              <a:t>Niakan</a:t>
            </a:r>
            <a:endParaRPr lang="en-US" sz="3600" dirty="0">
              <a:solidFill>
                <a:schemeClr val="bg1"/>
              </a:solidFill>
            </a:endParaRPr>
          </a:p>
        </p:txBody>
      </p:sp>
      <p:pic>
        <p:nvPicPr>
          <p:cNvPr id="7" name="Picture 6" descr="earthcare_2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375" y="228600"/>
            <a:ext cx="6524625" cy="1905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100</Words>
  <Application>Microsoft Office PowerPoint</Application>
  <PresentationFormat>On-screen Show (4:3)</PresentationFormat>
  <Paragraphs>48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Favorite Foods All Over The World </vt:lpstr>
      <vt:lpstr>Britain</vt:lpstr>
      <vt:lpstr>Iran</vt:lpstr>
      <vt:lpstr>Spain</vt:lpstr>
      <vt:lpstr>United states</vt:lpstr>
      <vt:lpstr>France</vt:lpstr>
      <vt:lpstr>Sweden</vt:lpstr>
      <vt:lpstr>Australia</vt:lpstr>
      <vt:lpstr>India</vt:lpstr>
      <vt:lpstr>Canada</vt:lpstr>
      <vt:lpstr>Italy </vt:lpstr>
      <vt:lpstr>Turkey</vt:lpstr>
      <vt:lpstr>Argentina</vt:lpstr>
      <vt:lpstr>UAE</vt:lpstr>
      <vt:lpstr>Germany</vt:lpstr>
      <vt:lpstr>South Korea</vt:lpstr>
      <vt:lpstr>Japan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Light House</dc:creator>
  <cp:lastModifiedBy>Light House</cp:lastModifiedBy>
  <cp:revision>41</cp:revision>
  <dcterms:created xsi:type="dcterms:W3CDTF">2006-08-16T00:00:00Z</dcterms:created>
  <dcterms:modified xsi:type="dcterms:W3CDTF">2011-02-01T13:39:29Z</dcterms:modified>
</cp:coreProperties>
</file>